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4" r:id="rId9"/>
    <p:sldId id="262" r:id="rId10"/>
    <p:sldId id="263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27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3/workspace/assets/theme.png"/>
          <p:cNvPicPr>
            <a:picLocks noChangeAspect="1"/>
          </p:cNvPicPr>
          <p:nvPr/>
        </p:nvPicPr>
        <p:blipFill>
          <a:blip r:embed="rId3"/>
          <a:srcRect t="80" b="80"/>
          <a:stretch/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8120" y="0"/>
            <a:ext cx="82296" cy="685800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/agent/turn3/workspac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4360"/>
            <a:ext cx="1444978" cy="457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22960" y="2331720"/>
            <a:ext cx="548640" cy="82296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2"/>
          <p:cNvSpPr/>
          <p:nvPr/>
        </p:nvSpPr>
        <p:spPr>
          <a:xfrm>
            <a:off x="777240" y="2468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 Redesign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804672" y="345643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mockups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822960" y="42519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scrolling experience for plus3.co.za, built on the approved Plus3 visual system — clean, modern and unmistakably us.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2960" y="5806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61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plus3.co.za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Hannah Pearce &amp; Andrew Essey ·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3/workspace/assets/theme.png"/>
          <p:cNvPicPr>
            <a:picLocks noChangeAspect="1"/>
          </p:cNvPicPr>
          <p:nvPr/>
        </p:nvPicPr>
        <p:blipFill>
          <a:blip r:embed="rId3"/>
          <a:srcRect t="4206" b="4206"/>
          <a:stretch/>
        </p:blipFill>
        <p:spPr>
          <a:xfrm>
            <a:off x="7818120" y="566928"/>
            <a:ext cx="4373575" cy="6291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8120" y="566928"/>
            <a:ext cx="82296" cy="629107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2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1" descr="/agent/turn3/workspac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About      Services      Work      Contact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1828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PARTNER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224028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talent to bring your ideas to life.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640080" y="41605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delivery, better results, and partnerships that last.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40080" y="498348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0"/>
          <p:cNvSpPr/>
          <p:nvPr/>
        </p:nvSpPr>
        <p:spPr>
          <a:xfrm>
            <a:off x="640080" y="4983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conversation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154680" y="49834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C100D">
              <a:alpha val="75000"/>
            </a:srgbClr>
          </a:solidFill>
          <a:ln w="15875">
            <a:solidFill>
              <a:srgbClr val="37B34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2"/>
          <p:cNvSpPr/>
          <p:nvPr/>
        </p:nvSpPr>
        <p:spPr>
          <a:xfrm>
            <a:off x="315468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services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· Personal · Practical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About      Services      Work      Contact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25296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delivery capability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720596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idea to production — one partner across the whole journey.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95728"/>
            <a:ext cx="3442106" cy="1078992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640080" y="2395728"/>
            <a:ext cx="82296" cy="107899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914400" y="256032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292608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&amp; Roadmaps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74794" y="2395728"/>
            <a:ext cx="3442106" cy="1078992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4"/>
          <p:cNvSpPr/>
          <p:nvPr/>
        </p:nvSpPr>
        <p:spPr>
          <a:xfrm>
            <a:off x="4374794" y="2395728"/>
            <a:ext cx="82296" cy="107899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4649114" y="256032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49114" y="292608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Software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109509" y="2395728"/>
            <a:ext cx="3442106" cy="1078992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8"/>
          <p:cNvSpPr/>
          <p:nvPr/>
        </p:nvSpPr>
        <p:spPr>
          <a:xfrm>
            <a:off x="8109509" y="2395728"/>
            <a:ext cx="82296" cy="107899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8383829" y="256032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383829" y="292608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Augmentation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0080" y="3749040"/>
            <a:ext cx="3442106" cy="1078992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2"/>
          <p:cNvSpPr/>
          <p:nvPr/>
        </p:nvSpPr>
        <p:spPr>
          <a:xfrm>
            <a:off x="640080" y="3749040"/>
            <a:ext cx="82296" cy="107899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/>
          <p:nvPr/>
        </p:nvSpPr>
        <p:spPr>
          <a:xfrm>
            <a:off x="914400" y="391363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14400" y="4279392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DevOps &amp; Data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374794" y="3749040"/>
            <a:ext cx="3442106" cy="1078992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6"/>
          <p:cNvSpPr/>
          <p:nvPr/>
        </p:nvSpPr>
        <p:spPr>
          <a:xfrm>
            <a:off x="4374794" y="3749040"/>
            <a:ext cx="82296" cy="107899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7"/>
          <p:cNvSpPr/>
          <p:nvPr/>
        </p:nvSpPr>
        <p:spPr>
          <a:xfrm>
            <a:off x="4649114" y="391363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649114" y="4279392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109509" y="3749040"/>
            <a:ext cx="3442106" cy="1078992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0"/>
          <p:cNvSpPr/>
          <p:nvPr/>
        </p:nvSpPr>
        <p:spPr>
          <a:xfrm>
            <a:off x="8109509" y="3749040"/>
            <a:ext cx="82296" cy="107899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1"/>
          <p:cNvSpPr/>
          <p:nvPr/>
        </p:nvSpPr>
        <p:spPr>
          <a:xfrm>
            <a:off x="8383829" y="391363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383829" y="4279392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Enablement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40080" y="4983480"/>
            <a:ext cx="10911535" cy="868680"/>
          </a:xfrm>
          <a:prstGeom prst="rect">
            <a:avLst/>
          </a:prstGeom>
          <a:solidFill>
            <a:srgbClr val="10160F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4"/>
          <p:cNvSpPr/>
          <p:nvPr/>
        </p:nvSpPr>
        <p:spPr>
          <a:xfrm>
            <a:off x="914400" y="4983480"/>
            <a:ext cx="2362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   </a:t>
            </a: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heritage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3367964" y="5148072"/>
            <a:ext cx="10973" cy="548640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6"/>
          <p:cNvSpPr/>
          <p:nvPr/>
        </p:nvSpPr>
        <p:spPr>
          <a:xfrm>
            <a:off x="3642284" y="4983480"/>
            <a:ext cx="2362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  </a:t>
            </a: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lines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6095848" y="5148072"/>
            <a:ext cx="10973" cy="548640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8"/>
          <p:cNvSpPr/>
          <p:nvPr/>
        </p:nvSpPr>
        <p:spPr>
          <a:xfrm>
            <a:off x="6370168" y="4983480"/>
            <a:ext cx="2362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  </a:t>
            </a: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8823731" y="5148072"/>
            <a:ext cx="10973" cy="548640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0"/>
          <p:cNvSpPr/>
          <p:nvPr/>
        </p:nvSpPr>
        <p:spPr>
          <a:xfrm>
            <a:off x="9098051" y="4983480"/>
            <a:ext cx="23621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   </a:t>
            </a: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growing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Shape 42"/>
          <p:cNvSpPr/>
          <p:nvPr/>
        </p:nvSpPr>
        <p:spPr>
          <a:xfrm>
            <a:off x="0" y="5989320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6" name="Image 1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85357"/>
            <a:ext cx="903111" cy="28575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828800" y="6263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· Personal · Practical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6400800" y="6263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info@plus3.co.za</a:t>
            </a:r>
            <a:r>
              <a:rPr lang="en-US" sz="11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+27 82 263 5227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Services      Work      Contact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ABOUT PLUS3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25296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64"/>
              </a:lnSpc>
              <a:buNone/>
            </a:pPr>
            <a:r>
              <a:rPr lang="en-US" sz="32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differently from day one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230120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40080" y="22860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F0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Plus3 is a modern technology partner built on its founder's 15+ years of international consulting experience. We're relationship-driven: we take time to understand each business and tailor custom solutions to fit — turning your vision into reality.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343400"/>
            <a:ext cx="5394960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64008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 we live by   </a:t>
            </a:r>
            <a:r>
              <a:rPr lang="en-US" sz="1400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· Personal · Practical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37960" y="960120"/>
            <a:ext cx="5013655" cy="141732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2"/>
          <p:cNvSpPr/>
          <p:nvPr/>
        </p:nvSpPr>
        <p:spPr>
          <a:xfrm>
            <a:off x="6537960" y="960120"/>
            <a:ext cx="82296" cy="141732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6858000" y="1161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5B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772400" y="1161288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Outcome-Focused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1673352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success by the results we create — real outcomes, not feature counts or hours billed.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37960" y="2578608"/>
            <a:ext cx="5013655" cy="141732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7"/>
          <p:cNvSpPr/>
          <p:nvPr/>
        </p:nvSpPr>
        <p:spPr>
          <a:xfrm>
            <a:off x="6537960" y="2578608"/>
            <a:ext cx="82296" cy="141732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/>
          <p:nvPr/>
        </p:nvSpPr>
        <p:spPr>
          <a:xfrm>
            <a:off x="6858000" y="2779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5B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772400" y="2779776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Relationship-Driven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0" y="3291840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partnerships built on trust, with embedded teams aligned to your stakeholders and goals.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37960" y="4197096"/>
            <a:ext cx="5013655" cy="141732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2"/>
          <p:cNvSpPr/>
          <p:nvPr/>
        </p:nvSpPr>
        <p:spPr>
          <a:xfrm>
            <a:off x="6537960" y="4197096"/>
            <a:ext cx="82296" cy="141732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/>
          <p:nvPr/>
        </p:nvSpPr>
        <p:spPr>
          <a:xfrm>
            <a:off x="6858000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5B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772400" y="4398264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Senior, Yet Practical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58000" y="4910328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consulting experience paired with delivery that works within real budgets and timelines.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3/workspace/assets/theme.png"/>
          <p:cNvPicPr>
            <a:picLocks noChangeAspect="1"/>
          </p:cNvPicPr>
          <p:nvPr/>
        </p:nvPicPr>
        <p:blipFill>
          <a:blip r:embed="rId3"/>
          <a:srcRect t="6044" b="6044"/>
          <a:stretch/>
        </p:blipFill>
        <p:spPr>
          <a:xfrm>
            <a:off x="7635240" y="566928"/>
            <a:ext cx="4556455" cy="6291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35240" y="566928"/>
            <a:ext cx="82296" cy="629107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2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6" name="Image 1" descr="/agent/turn3/workspac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Services      Work      Contact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PLUS3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122529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64"/>
              </a:lnSpc>
              <a:buNone/>
            </a:pPr>
            <a:r>
              <a:rPr lang="en-US" sz="32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clients choose us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640080" y="1750568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9"/>
          <p:cNvSpPr/>
          <p:nvPr/>
        </p:nvSpPr>
        <p:spPr>
          <a:xfrm>
            <a:off x="640080" y="2331720"/>
            <a:ext cx="411480" cy="41148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0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D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234440" y="2286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think before we build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234440" y="27432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grounded in genuine understanding — we solve the real business problem, not just ship outputs.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4"/>
          <p:cNvSpPr/>
          <p:nvPr/>
        </p:nvSpPr>
        <p:spPr>
          <a:xfrm>
            <a:off x="64008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D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234440" y="3611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built on ownership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234440" y="4069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incentivised on quality, growth and client satisfaction — real accountability on every project.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0080" y="4983480"/>
            <a:ext cx="411480" cy="41148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18"/>
          <p:cNvSpPr/>
          <p:nvPr/>
        </p:nvSpPr>
        <p:spPr>
          <a:xfrm>
            <a:off x="640080" y="4956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D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234440" y="4937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 with you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234440" y="53949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modern solutions engineered to grow with your business, from first build to enterprise scale.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3/workspace/assets/founder.jpeg"/>
          <p:cNvPicPr>
            <a:picLocks noChangeAspect="1"/>
          </p:cNvPicPr>
          <p:nvPr/>
        </p:nvPicPr>
        <p:blipFill>
          <a:blip r:embed="rId3"/>
          <a:srcRect t="1253" b="1253"/>
          <a:stretch/>
        </p:blipFill>
        <p:spPr>
          <a:xfrm>
            <a:off x="0" y="566928"/>
            <a:ext cx="4297680" cy="6291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66928"/>
            <a:ext cx="4297680" cy="6291072"/>
          </a:xfrm>
          <a:prstGeom prst="rect">
            <a:avLst/>
          </a:prstGeom>
          <a:solidFill>
            <a:srgbClr val="0A0D0A">
              <a:alpha val="4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1"/>
          <p:cNvSpPr/>
          <p:nvPr/>
        </p:nvSpPr>
        <p:spPr>
          <a:xfrm>
            <a:off x="4297680" y="566928"/>
            <a:ext cx="82296" cy="629107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1" descr="/agent/turn3/workspac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Services      Work      Contact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6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846320" y="10972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1298448"/>
            <a:ext cx="457200" cy="64008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9"/>
          <p:cNvSpPr/>
          <p:nvPr/>
        </p:nvSpPr>
        <p:spPr>
          <a:xfrm>
            <a:off x="4846320" y="1481328"/>
            <a:ext cx="6705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Andrew Essey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846320" y="2286000"/>
            <a:ext cx="6705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2788920"/>
            <a:ext cx="67052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0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started in mergers and acquisitions, followed by 10 years of financial and project consulting across the UK and Europe. A member of the Chartered Institute of Management Accountants, he has held senior roles at global organisations including ING, Wells Fargo and JP Morgan. Back in South Africa, he spent five-plus years as a senior business head at a major software company before founding Plus3.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846320" y="5074920"/>
            <a:ext cx="6705295" cy="91440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3"/>
          <p:cNvSpPr/>
          <p:nvPr/>
        </p:nvSpPr>
        <p:spPr>
          <a:xfrm>
            <a:off x="4846320" y="5074920"/>
            <a:ext cx="82296" cy="91440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4"/>
          <p:cNvSpPr/>
          <p:nvPr/>
        </p:nvSpPr>
        <p:spPr>
          <a:xfrm>
            <a:off x="5166360" y="5074920"/>
            <a:ext cx="6065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0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15+ specialists and growing.  </a:t>
            </a: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Plus3 specialist is incentivised on delivery quality, growth and client satisfaction.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About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Work      Contact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25296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need, end to end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720596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connected service lines that take you from strategy to scale.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95728"/>
            <a:ext cx="3442106" cy="1664208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640080" y="2395728"/>
            <a:ext cx="3442106" cy="7315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3167786" y="2578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32688" y="2651760"/>
            <a:ext cx="243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&amp; Roadmaps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32688" y="3236976"/>
            <a:ext cx="29391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direction, prioritise initiatives and design practical delivery roadmaps aligned to business goals.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74794" y="2395728"/>
            <a:ext cx="3442106" cy="1664208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4374794" y="2395728"/>
            <a:ext cx="3442106" cy="7315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6902501" y="2578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667402" y="2651760"/>
            <a:ext cx="243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Software Development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667402" y="3236976"/>
            <a:ext cx="29391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solutions that integrate with existing systems and support future scalability.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109509" y="2395728"/>
            <a:ext cx="3442106" cy="1664208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0"/>
          <p:cNvSpPr/>
          <p:nvPr/>
        </p:nvSpPr>
        <p:spPr>
          <a:xfrm>
            <a:off x="8109509" y="2395728"/>
            <a:ext cx="3442106" cy="7315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10637215" y="2578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402117" y="2651760"/>
            <a:ext cx="243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Augmentation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8402117" y="3236976"/>
            <a:ext cx="29391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professionals who embed into your teams to scale delivery without losing quality.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4334256"/>
            <a:ext cx="3442106" cy="1664208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5"/>
          <p:cNvSpPr/>
          <p:nvPr/>
        </p:nvSpPr>
        <p:spPr>
          <a:xfrm>
            <a:off x="640080" y="4334256"/>
            <a:ext cx="3442106" cy="7315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6"/>
          <p:cNvSpPr/>
          <p:nvPr/>
        </p:nvSpPr>
        <p:spPr>
          <a:xfrm>
            <a:off x="3167786" y="45171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32688" y="4590288"/>
            <a:ext cx="243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DevOps &amp; Data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932688" y="5175504"/>
            <a:ext cx="29391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architectures and operational best practice for reliability, performance and cost efficiency.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374794" y="4334256"/>
            <a:ext cx="3442106" cy="1664208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3" name="Shape 30"/>
          <p:cNvSpPr/>
          <p:nvPr/>
        </p:nvSpPr>
        <p:spPr>
          <a:xfrm>
            <a:off x="4374794" y="4334256"/>
            <a:ext cx="3442106" cy="7315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1"/>
          <p:cNvSpPr/>
          <p:nvPr/>
        </p:nvSpPr>
        <p:spPr>
          <a:xfrm>
            <a:off x="6902501" y="45171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667402" y="4590288"/>
            <a:ext cx="243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4667402" y="5175504"/>
            <a:ext cx="29391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delivery enablement that keep solutions robust under real-world pressure.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109509" y="4334256"/>
            <a:ext cx="3442106" cy="1664208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Shape 35"/>
          <p:cNvSpPr/>
          <p:nvPr/>
        </p:nvSpPr>
        <p:spPr>
          <a:xfrm>
            <a:off x="8109509" y="4334256"/>
            <a:ext cx="3442106" cy="7315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6"/>
          <p:cNvSpPr/>
          <p:nvPr/>
        </p:nvSpPr>
        <p:spPr>
          <a:xfrm>
            <a:off x="10637215" y="45171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6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8402117" y="4590288"/>
            <a:ext cx="243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Enablement</a:t>
            </a:r>
            <a:endParaRPr lang="en-US" sz="1550" dirty="0"/>
          </a:p>
        </p:txBody>
      </p:sp>
      <p:sp>
        <p:nvSpPr>
          <p:cNvPr id="41" name="Text 38"/>
          <p:cNvSpPr/>
          <p:nvPr/>
        </p:nvSpPr>
        <p:spPr>
          <a:xfrm>
            <a:off x="8402117" y="5175504"/>
            <a:ext cx="29391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Disciplined, transparent execution with shared accountability from concept to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About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Work      Contact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25296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Flexible ways to work together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720596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40080" y="1874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engagement model that fits your scope, pace and budget.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423160"/>
            <a:ext cx="2522144" cy="320040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82296" cy="320040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896112" y="269748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96112" y="34290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Materials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96112" y="4206240"/>
            <a:ext cx="206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on actual hours and materials used. Iterative delivery and maximum innovation, with a stringent timesheet process.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36544" y="2423160"/>
            <a:ext cx="2522144" cy="320040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3436544" y="2423160"/>
            <a:ext cx="82296" cy="3200400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3692576" y="269748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692576" y="34290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Retainer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3692576" y="4206240"/>
            <a:ext cx="206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number of hours committed for an agreed monthly cost. Ideal for sustained 12+ month engagements.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33008" y="2423160"/>
            <a:ext cx="2522144" cy="320040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0"/>
          <p:cNvSpPr/>
          <p:nvPr/>
        </p:nvSpPr>
        <p:spPr>
          <a:xfrm>
            <a:off x="6233008" y="2423160"/>
            <a:ext cx="82296" cy="320040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6489040" y="269748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6489040" y="34290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Milestones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489040" y="4206240"/>
            <a:ext cx="206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cost per completed sprint in an agile project. Best when agile rituals are well established.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029471" y="2423160"/>
            <a:ext cx="2522144" cy="320040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5"/>
          <p:cNvSpPr/>
          <p:nvPr/>
        </p:nvSpPr>
        <p:spPr>
          <a:xfrm>
            <a:off x="9029471" y="2423160"/>
            <a:ext cx="82296" cy="3200400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6"/>
          <p:cNvSpPr/>
          <p:nvPr/>
        </p:nvSpPr>
        <p:spPr>
          <a:xfrm>
            <a:off x="9285503" y="269748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285503" y="34290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Outcome-Based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9285503" y="4206240"/>
            <a:ext cx="206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linked to specific results or deliverables. Requires a fully defined scope and dependencies.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About      Services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Contact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25296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 in the numbers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720596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640080" y="1965960"/>
            <a:ext cx="2522144" cy="155448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640080" y="3447288"/>
            <a:ext cx="2522144" cy="7315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777240" y="2221992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consulting heritage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36544" y="1965960"/>
            <a:ext cx="2522144" cy="155448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3"/>
          <p:cNvSpPr/>
          <p:nvPr/>
        </p:nvSpPr>
        <p:spPr>
          <a:xfrm>
            <a:off x="3436544" y="3447288"/>
            <a:ext cx="2522144" cy="7315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3573704" y="2221992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3619424" y="292608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 lines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33008" y="1965960"/>
            <a:ext cx="2522144" cy="155448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7"/>
          <p:cNvSpPr/>
          <p:nvPr/>
        </p:nvSpPr>
        <p:spPr>
          <a:xfrm>
            <a:off x="6233008" y="3447288"/>
            <a:ext cx="2522144" cy="73152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/>
          <p:nvPr/>
        </p:nvSpPr>
        <p:spPr>
          <a:xfrm>
            <a:off x="6370168" y="2221992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6415888" y="292608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Markets: UK, Europe, SA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29471" y="1965960"/>
            <a:ext cx="2522144" cy="155448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1"/>
          <p:cNvSpPr/>
          <p:nvPr/>
        </p:nvSpPr>
        <p:spPr>
          <a:xfrm>
            <a:off x="9029471" y="3447288"/>
            <a:ext cx="2522144" cy="73152"/>
          </a:xfrm>
          <a:prstGeom prst="rect">
            <a:avLst/>
          </a:prstGeom>
          <a:solidFill>
            <a:srgbClr val="61D26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2"/>
          <p:cNvSpPr/>
          <p:nvPr/>
        </p:nvSpPr>
        <p:spPr>
          <a:xfrm>
            <a:off x="9166631" y="2221992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9212351" y="292608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and growing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ON DELIVERY FOR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0080" y="4160520"/>
            <a:ext cx="218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Clientèle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2822387" y="4160520"/>
            <a:ext cx="218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1Life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5004694" y="4160520"/>
            <a:ext cx="218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Tilte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7187001" y="4160520"/>
            <a:ext cx="218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Leading SA Bank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9369308" y="4160520"/>
            <a:ext cx="218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B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growing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40080" y="4983480"/>
            <a:ext cx="10911535" cy="1143000"/>
          </a:xfrm>
          <a:prstGeom prst="rect">
            <a:avLst/>
          </a:prstGeom>
          <a:solidFill>
            <a:srgbClr val="10160F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1"/>
          <p:cNvSpPr/>
          <p:nvPr/>
        </p:nvSpPr>
        <p:spPr>
          <a:xfrm>
            <a:off x="640080" y="4983480"/>
            <a:ext cx="91440" cy="1143000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2"/>
          <p:cNvSpPr/>
          <p:nvPr/>
        </p:nvSpPr>
        <p:spPr>
          <a:xfrm>
            <a:off x="1097280" y="5148072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don't sell solutions. We build the right ones.”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097280" y="5733288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Plus3 belief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About      Services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Contact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25296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delivery in the field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720596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40080" y="1874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engagements, real outcomes — across banking, insurance and platforms.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423160"/>
            <a:ext cx="3423818" cy="324612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3423818" cy="822960"/>
          </a:xfrm>
          <a:prstGeom prst="rect">
            <a:avLst/>
          </a:prstGeom>
          <a:solidFill>
            <a:srgbClr val="1533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932688" y="26060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32688" y="3383280"/>
            <a:ext cx="2920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Roadmap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32688" y="3995928"/>
            <a:ext cx="292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South African Bank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32688" y="4416552"/>
            <a:ext cx="2920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consultant-led 3-phase model delivering a target architecture, 3-year strategic roadmap and a clear path to AI, ML and automation.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83938" y="2423160"/>
            <a:ext cx="3423818" cy="324612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4383938" y="2423160"/>
            <a:ext cx="3423818" cy="822960"/>
          </a:xfrm>
          <a:prstGeom prst="rect">
            <a:avLst/>
          </a:prstGeom>
          <a:solidFill>
            <a:srgbClr val="1E5B2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4676546" y="26060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4676546" y="3383280"/>
            <a:ext cx="2920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Estate Migration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676546" y="3995928"/>
            <a:ext cx="292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Clientèle Life — 1Life Integration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676546" y="4416552"/>
            <a:ext cx="2920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migration of a legacy AS400 and .NET estate into a cloud-ready, API-led architecture — cutting cost, risk and technical debt.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27797" y="2423160"/>
            <a:ext cx="3423818" cy="324612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2"/>
          <p:cNvSpPr/>
          <p:nvPr/>
        </p:nvSpPr>
        <p:spPr>
          <a:xfrm>
            <a:off x="8127797" y="2423160"/>
            <a:ext cx="3423818" cy="822960"/>
          </a:xfrm>
          <a:prstGeom prst="rect">
            <a:avLst/>
          </a:prstGeom>
          <a:solidFill>
            <a:srgbClr val="1533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/>
          <p:nvPr/>
        </p:nvSpPr>
        <p:spPr>
          <a:xfrm>
            <a:off x="8420405" y="26060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1D2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420405" y="3383280"/>
            <a:ext cx="2920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Translation Layer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420405" y="3995928"/>
            <a:ext cx="292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Tilte — SOAP to REST/GraphQL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420405" y="4416552"/>
            <a:ext cx="2920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middleware layer bridging legacy SOAP to modern REST/GraphQL APIs — delivered on time, on budget and seamlessly integrated.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555955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014"/>
            <a:ext cx="1083733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097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 About      Services      Work      </a:t>
            </a:r>
            <a:r>
              <a:rPr lang="en-US" sz="1250" b="1" dirty="0">
                <a:solidFill>
                  <a:srgbClr val="61D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0" y="123444"/>
            <a:ext cx="1170432" cy="320040"/>
          </a:xfrm>
          <a:prstGeom prst="roundRect">
            <a:avLst>
              <a:gd name="adj" fmla="val 4857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10515600" y="1234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1887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talk.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1833880"/>
            <a:ext cx="457200" cy="54864"/>
          </a:xfrm>
          <a:prstGeom prst="rect">
            <a:avLst/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8A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starts with a conversation. No pitch, no pressure — just a chat about what you're trying to achieve.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" y="3502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info@plus3.co.za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0080" y="3995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4251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+27 82 263 5227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40080" y="4745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5001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+27 68 939 7311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492240" y="960120"/>
            <a:ext cx="5059375" cy="4297680"/>
          </a:xfrm>
          <a:prstGeom prst="rect">
            <a:avLst/>
          </a:prstGeom>
          <a:solidFill>
            <a:srgbClr val="141A16"/>
          </a:solidFill>
          <a:ln w="12700">
            <a:solidFill>
              <a:srgbClr val="26302A"/>
            </a:solidFill>
            <a:prstDash val="solid"/>
          </a:ln>
          <a:effectLst>
            <a:outerShdw blurRad="1270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6858000" y="12344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us a message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0" y="1828800"/>
            <a:ext cx="4327855" cy="457200"/>
          </a:xfrm>
          <a:prstGeom prst="roundRect">
            <a:avLst>
              <a:gd name="adj" fmla="val 12000"/>
            </a:avLst>
          </a:prstGeom>
          <a:solidFill>
            <a:srgbClr val="0A0E0B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/>
          <p:nvPr/>
        </p:nvSpPr>
        <p:spPr>
          <a:xfrm>
            <a:off x="7040880" y="182880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858000" y="2487168"/>
            <a:ext cx="4327855" cy="457200"/>
          </a:xfrm>
          <a:prstGeom prst="roundRect">
            <a:avLst>
              <a:gd name="adj" fmla="val 12000"/>
            </a:avLst>
          </a:prstGeom>
          <a:solidFill>
            <a:srgbClr val="0A0E0B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7040880" y="2487168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858000" y="3145536"/>
            <a:ext cx="4327855" cy="457200"/>
          </a:xfrm>
          <a:prstGeom prst="roundRect">
            <a:avLst>
              <a:gd name="adj" fmla="val 12000"/>
            </a:avLst>
          </a:prstGeom>
          <a:solidFill>
            <a:srgbClr val="0A0E0B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2"/>
          <p:cNvSpPr/>
          <p:nvPr/>
        </p:nvSpPr>
        <p:spPr>
          <a:xfrm>
            <a:off x="7040880" y="3145536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858000" y="3803904"/>
            <a:ext cx="4327855" cy="914400"/>
          </a:xfrm>
          <a:prstGeom prst="roundRect">
            <a:avLst>
              <a:gd name="adj" fmla="val 6000"/>
            </a:avLst>
          </a:prstGeom>
          <a:solidFill>
            <a:srgbClr val="0A0E0B"/>
          </a:solidFill>
          <a:ln w="12700">
            <a:solidFill>
              <a:srgbClr val="2630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4"/>
          <p:cNvSpPr/>
          <p:nvPr/>
        </p:nvSpPr>
        <p:spPr>
          <a:xfrm>
            <a:off x="7040880" y="38039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help?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6858000" y="4919472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7"/>
          <p:cNvSpPr/>
          <p:nvPr/>
        </p:nvSpPr>
        <p:spPr>
          <a:xfrm>
            <a:off x="6858000" y="49194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message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29"/>
          <p:cNvSpPr/>
          <p:nvPr/>
        </p:nvSpPr>
        <p:spPr>
          <a:xfrm>
            <a:off x="0" y="5989320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3" name="Image 1" descr="/agent/turn3/workspac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85357"/>
            <a:ext cx="903111" cy="2857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828800" y="6263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· Personal · Practical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400800" y="6263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info@plus3.co.za</a:t>
            </a:r>
            <a:r>
              <a:rPr lang="en-US" sz="110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+27 82 263 5227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3/workspace/assets/theme.png"/>
          <p:cNvPicPr>
            <a:picLocks noChangeAspect="1"/>
          </p:cNvPicPr>
          <p:nvPr/>
        </p:nvPicPr>
        <p:blipFill>
          <a:blip r:embed="rId3"/>
          <a:srcRect t="41165" b="41165"/>
          <a:stretch/>
        </p:blipFill>
        <p:spPr>
          <a:xfrm>
            <a:off x="0" y="0"/>
            <a:ext cx="12191695" cy="3383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383280"/>
          </a:xfrm>
          <a:prstGeom prst="rect">
            <a:avLst/>
          </a:prstGeom>
          <a:solidFill>
            <a:srgbClr val="070A08">
              <a:alpha val="88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680960" cy="3383280"/>
          </a:xfrm>
          <a:prstGeom prst="rect">
            <a:avLst/>
          </a:prstGeom>
          <a:solidFill>
            <a:srgbClr val="070A08">
              <a:alpha val="7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0F2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starts with a conversation.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24231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37B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conversation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90C0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0" y="3657600"/>
            <a:ext cx="12191695" cy="10973"/>
          </a:xfrm>
          <a:prstGeom prst="rect">
            <a:avLst/>
          </a:prstGeom>
          <a:solidFill>
            <a:srgbClr val="26302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0" name="Image 1" descr="/agent/turn3/workspac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42410"/>
            <a:ext cx="1324563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talent to bring your ideas to life.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B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· Personal · Practical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0" y="4114800"/>
            <a:ext cx="156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0" y="4462272"/>
            <a:ext cx="1562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Plus3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Plus3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Founder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316904" y="4114800"/>
            <a:ext cx="156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316904" y="4462272"/>
            <a:ext cx="1562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Data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061808" y="4114800"/>
            <a:ext cx="156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061808" y="4462272"/>
            <a:ext cx="1562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806711" y="4114800"/>
            <a:ext cx="156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7B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806711" y="4462272"/>
            <a:ext cx="15620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info@plus3.co.za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+27 82 263 5227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+27 68 939 7311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A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Plus3. All rights reserved. · plus3.co.za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24545</TotalTime>
  <Words>1081</Words>
  <Application>Microsoft Office PowerPoint</Application>
  <PresentationFormat>Widescreen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Pearce</dc:creator>
  <cp:lastModifiedBy>Hannah Pearce</cp:lastModifiedBy>
  <cp:revision>1</cp:revision>
  <dcterms:created xsi:type="dcterms:W3CDTF">2026-06-26T07:28:00Z</dcterms:created>
  <dcterms:modified xsi:type="dcterms:W3CDTF">2026-07-13T08:33:56Z</dcterms:modified>
</cp:coreProperties>
</file>